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14392275" cy="11088688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22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22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22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22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22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22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22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22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22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493" userDrawn="1">
          <p15:clr>
            <a:srgbClr val="000000"/>
          </p15:clr>
        </p15:guide>
        <p15:guide id="2" pos="4533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74" d="100"/>
          <a:sy n="74" d="100"/>
        </p:scale>
        <p:origin x="2048" y="192"/>
      </p:cViewPr>
      <p:guideLst>
        <p:guide orient="horz" pos="3493"/>
        <p:guide pos="453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04913" y="685800"/>
            <a:ext cx="44481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22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22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22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22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22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22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22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22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22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3d33a68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3f3d33a68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4913" y="685800"/>
            <a:ext cx="44481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719615" y="10277571"/>
            <a:ext cx="3358198" cy="59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917361" y="10277571"/>
            <a:ext cx="4557554" cy="59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10314465" y="10277571"/>
            <a:ext cx="3358198" cy="59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1079421" y="3444681"/>
            <a:ext cx="12233434" cy="237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2158843" y="6283590"/>
            <a:ext cx="10074592" cy="283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776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679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582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85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85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85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85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85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85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719615" y="10277571"/>
            <a:ext cx="3358198" cy="59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917361" y="10277571"/>
            <a:ext cx="4557554" cy="59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10314465" y="10277571"/>
            <a:ext cx="3358198" cy="59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719615" y="444063"/>
            <a:ext cx="12953048" cy="184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719615" y="2587362"/>
            <a:ext cx="12953048" cy="7318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554401" lvl="0" indent="-415801" algn="l">
              <a:spcBef>
                <a:spcPts val="43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108802" lvl="1" indent="-415801" algn="l">
              <a:spcBef>
                <a:spcPts val="437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663202" lvl="2" indent="-415801" algn="l">
              <a:spcBef>
                <a:spcPts val="43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217603" lvl="3" indent="-415801" algn="l">
              <a:spcBef>
                <a:spcPts val="437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772005" lvl="4" indent="-415801" algn="l">
              <a:spcBef>
                <a:spcPts val="437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3326406" lvl="5" indent="-415801" algn="l">
              <a:spcBef>
                <a:spcPts val="43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880806" lvl="6" indent="-415801" algn="l">
              <a:spcBef>
                <a:spcPts val="43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435207" lvl="7" indent="-415801" algn="l">
              <a:spcBef>
                <a:spcPts val="43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989607" lvl="8" indent="-415801" algn="l">
              <a:spcBef>
                <a:spcPts val="43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719615" y="10277571"/>
            <a:ext cx="3358198" cy="59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917361" y="10277571"/>
            <a:ext cx="4557554" cy="59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10314465" y="10277571"/>
            <a:ext cx="3358198" cy="59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1136890" y="7125511"/>
            <a:ext cx="12233434" cy="2202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85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1136890" y="4699859"/>
            <a:ext cx="12233434" cy="2425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554401" lvl="0" indent="-277201" algn="l">
              <a:spcBef>
                <a:spcPts val="485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425">
                <a:solidFill>
                  <a:srgbClr val="888888"/>
                </a:solidFill>
              </a:defRPr>
            </a:lvl1pPr>
            <a:lvl2pPr marL="1108802" lvl="1" indent="-277201" algn="l">
              <a:spcBef>
                <a:spcPts val="437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2182">
                <a:solidFill>
                  <a:srgbClr val="888888"/>
                </a:solidFill>
              </a:defRPr>
            </a:lvl2pPr>
            <a:lvl3pPr marL="1663202" lvl="2" indent="-277201" algn="l">
              <a:spcBef>
                <a:spcPts val="388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940">
                <a:solidFill>
                  <a:srgbClr val="888888"/>
                </a:solidFill>
              </a:defRPr>
            </a:lvl3pPr>
            <a:lvl4pPr marL="2217603" lvl="3" indent="-277201" algn="l">
              <a:spcBef>
                <a:spcPts val="339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698">
                <a:solidFill>
                  <a:srgbClr val="888888"/>
                </a:solidFill>
              </a:defRPr>
            </a:lvl4pPr>
            <a:lvl5pPr marL="2772005" lvl="4" indent="-277201" algn="l">
              <a:spcBef>
                <a:spcPts val="339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698">
                <a:solidFill>
                  <a:srgbClr val="888888"/>
                </a:solidFill>
              </a:defRPr>
            </a:lvl5pPr>
            <a:lvl6pPr marL="3326406" lvl="5" indent="-277201" algn="l">
              <a:spcBef>
                <a:spcPts val="339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698">
                <a:solidFill>
                  <a:srgbClr val="888888"/>
                </a:solidFill>
              </a:defRPr>
            </a:lvl6pPr>
            <a:lvl7pPr marL="3880806" lvl="6" indent="-277201" algn="l">
              <a:spcBef>
                <a:spcPts val="339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698">
                <a:solidFill>
                  <a:srgbClr val="888888"/>
                </a:solidFill>
              </a:defRPr>
            </a:lvl7pPr>
            <a:lvl8pPr marL="4435207" lvl="7" indent="-277201" algn="l">
              <a:spcBef>
                <a:spcPts val="339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698">
                <a:solidFill>
                  <a:srgbClr val="888888"/>
                </a:solidFill>
              </a:defRPr>
            </a:lvl8pPr>
            <a:lvl9pPr marL="4989607" lvl="8" indent="-277201" algn="l">
              <a:spcBef>
                <a:spcPts val="339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698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dt" idx="10"/>
          </p:nvPr>
        </p:nvSpPr>
        <p:spPr>
          <a:xfrm>
            <a:off x="719615" y="10277571"/>
            <a:ext cx="3358198" cy="59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4917361" y="10277571"/>
            <a:ext cx="4557554" cy="59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10314465" y="10277571"/>
            <a:ext cx="3358198" cy="59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719615" y="444063"/>
            <a:ext cx="12953048" cy="184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719614" y="2587362"/>
            <a:ext cx="6356588" cy="7318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554401" lvl="0" indent="-492801" algn="l"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3395"/>
            </a:lvl1pPr>
            <a:lvl2pPr marL="1108802" lvl="1" indent="-462001" algn="l">
              <a:spcBef>
                <a:spcPts val="582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911"/>
            </a:lvl2pPr>
            <a:lvl3pPr marL="1663202" lvl="2" indent="-431201" algn="l"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425"/>
            </a:lvl3pPr>
            <a:lvl4pPr marL="2217603" lvl="3" indent="-415801" algn="l">
              <a:spcBef>
                <a:spcPts val="437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2182"/>
            </a:lvl4pPr>
            <a:lvl5pPr marL="2772005" lvl="4" indent="-415801" algn="l">
              <a:spcBef>
                <a:spcPts val="437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2182"/>
            </a:lvl5pPr>
            <a:lvl6pPr marL="3326406" lvl="5" indent="-415801" algn="l">
              <a:spcBef>
                <a:spcPts val="43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182"/>
            </a:lvl6pPr>
            <a:lvl7pPr marL="3880806" lvl="6" indent="-415801" algn="l">
              <a:spcBef>
                <a:spcPts val="43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182"/>
            </a:lvl7pPr>
            <a:lvl8pPr marL="4435207" lvl="7" indent="-415801" algn="l">
              <a:spcBef>
                <a:spcPts val="43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182"/>
            </a:lvl8pPr>
            <a:lvl9pPr marL="4989607" lvl="8" indent="-415801" algn="l">
              <a:spcBef>
                <a:spcPts val="43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182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2"/>
          </p:nvPr>
        </p:nvSpPr>
        <p:spPr>
          <a:xfrm>
            <a:off x="7316074" y="2587362"/>
            <a:ext cx="6356588" cy="7318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554401" lvl="0" indent="-492801" algn="l"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3395"/>
            </a:lvl1pPr>
            <a:lvl2pPr marL="1108802" lvl="1" indent="-462001" algn="l">
              <a:spcBef>
                <a:spcPts val="582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911"/>
            </a:lvl2pPr>
            <a:lvl3pPr marL="1663202" lvl="2" indent="-431201" algn="l"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425"/>
            </a:lvl3pPr>
            <a:lvl4pPr marL="2217603" lvl="3" indent="-415801" algn="l">
              <a:spcBef>
                <a:spcPts val="437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2182"/>
            </a:lvl4pPr>
            <a:lvl5pPr marL="2772005" lvl="4" indent="-415801" algn="l">
              <a:spcBef>
                <a:spcPts val="437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2182"/>
            </a:lvl5pPr>
            <a:lvl6pPr marL="3326406" lvl="5" indent="-415801" algn="l">
              <a:spcBef>
                <a:spcPts val="43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182"/>
            </a:lvl6pPr>
            <a:lvl7pPr marL="3880806" lvl="6" indent="-415801" algn="l">
              <a:spcBef>
                <a:spcPts val="43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182"/>
            </a:lvl7pPr>
            <a:lvl8pPr marL="4435207" lvl="7" indent="-415801" algn="l">
              <a:spcBef>
                <a:spcPts val="43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182"/>
            </a:lvl8pPr>
            <a:lvl9pPr marL="4989607" lvl="8" indent="-415801" algn="l">
              <a:spcBef>
                <a:spcPts val="43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182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719615" y="10277571"/>
            <a:ext cx="3358198" cy="59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ftr" idx="11"/>
          </p:nvPr>
        </p:nvSpPr>
        <p:spPr>
          <a:xfrm>
            <a:off x="4917361" y="10277571"/>
            <a:ext cx="4557554" cy="59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10314465" y="10277571"/>
            <a:ext cx="3358198" cy="59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719615" y="444063"/>
            <a:ext cx="12953048" cy="184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719615" y="2482123"/>
            <a:ext cx="6358949" cy="1034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554401" lvl="0" indent="-277201" algn="l">
              <a:spcBef>
                <a:spcPts val="582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911" b="1"/>
            </a:lvl1pPr>
            <a:lvl2pPr marL="1108802" lvl="1" indent="-277201" algn="l"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25" b="1"/>
            </a:lvl2pPr>
            <a:lvl3pPr marL="1663202" lvl="2" indent="-277201" algn="l">
              <a:spcBef>
                <a:spcPts val="437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182" b="1"/>
            </a:lvl3pPr>
            <a:lvl4pPr marL="2217603" lvl="3" indent="-277201" algn="l">
              <a:spcBef>
                <a:spcPts val="388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940" b="1"/>
            </a:lvl4pPr>
            <a:lvl5pPr marL="2772005" lvl="4" indent="-277201" algn="l">
              <a:spcBef>
                <a:spcPts val="388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940" b="1"/>
            </a:lvl5pPr>
            <a:lvl6pPr marL="3326406" lvl="5" indent="-277201" algn="l">
              <a:spcBef>
                <a:spcPts val="388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940" b="1"/>
            </a:lvl6pPr>
            <a:lvl7pPr marL="3880806" lvl="6" indent="-277201" algn="l">
              <a:spcBef>
                <a:spcPts val="388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940" b="1"/>
            </a:lvl7pPr>
            <a:lvl8pPr marL="4435207" lvl="7" indent="-277201" algn="l">
              <a:spcBef>
                <a:spcPts val="388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940" b="1"/>
            </a:lvl8pPr>
            <a:lvl9pPr marL="4989607" lvl="8" indent="-277201" algn="l">
              <a:spcBef>
                <a:spcPts val="388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940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2"/>
          </p:nvPr>
        </p:nvSpPr>
        <p:spPr>
          <a:xfrm>
            <a:off x="719615" y="3516552"/>
            <a:ext cx="6358949" cy="6388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554401" lvl="0" indent="-462001" algn="l">
              <a:spcBef>
                <a:spcPts val="582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911"/>
            </a:lvl1pPr>
            <a:lvl2pPr marL="1108802" lvl="1" indent="-431201" algn="l"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425"/>
            </a:lvl2pPr>
            <a:lvl3pPr marL="1663202" lvl="2" indent="-415801" algn="l">
              <a:spcBef>
                <a:spcPts val="43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182"/>
            </a:lvl3pPr>
            <a:lvl4pPr marL="2217603" lvl="3" indent="-400401" algn="l">
              <a:spcBef>
                <a:spcPts val="388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940"/>
            </a:lvl4pPr>
            <a:lvl5pPr marL="2772005" lvl="4" indent="-400401" algn="l">
              <a:spcBef>
                <a:spcPts val="388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940"/>
            </a:lvl5pPr>
            <a:lvl6pPr marL="3326406" lvl="5" indent="-400401" algn="l">
              <a:spcBef>
                <a:spcPts val="388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940"/>
            </a:lvl6pPr>
            <a:lvl7pPr marL="3880806" lvl="6" indent="-400401" algn="l">
              <a:spcBef>
                <a:spcPts val="388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940"/>
            </a:lvl7pPr>
            <a:lvl8pPr marL="4435207" lvl="7" indent="-400401" algn="l">
              <a:spcBef>
                <a:spcPts val="388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940"/>
            </a:lvl8pPr>
            <a:lvl9pPr marL="4989607" lvl="8" indent="-400401" algn="l">
              <a:spcBef>
                <a:spcPts val="388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94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3"/>
          </p:nvPr>
        </p:nvSpPr>
        <p:spPr>
          <a:xfrm>
            <a:off x="7311076" y="2482123"/>
            <a:ext cx="6361782" cy="1034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554401" lvl="0" indent="-277201" algn="l">
              <a:spcBef>
                <a:spcPts val="582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911" b="1"/>
            </a:lvl1pPr>
            <a:lvl2pPr marL="1108802" lvl="1" indent="-277201" algn="l"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425" b="1"/>
            </a:lvl2pPr>
            <a:lvl3pPr marL="1663202" lvl="2" indent="-277201" algn="l">
              <a:spcBef>
                <a:spcPts val="437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182" b="1"/>
            </a:lvl3pPr>
            <a:lvl4pPr marL="2217603" lvl="3" indent="-277201" algn="l">
              <a:spcBef>
                <a:spcPts val="388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940" b="1"/>
            </a:lvl4pPr>
            <a:lvl5pPr marL="2772005" lvl="4" indent="-277201" algn="l">
              <a:spcBef>
                <a:spcPts val="388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940" b="1"/>
            </a:lvl5pPr>
            <a:lvl6pPr marL="3326406" lvl="5" indent="-277201" algn="l">
              <a:spcBef>
                <a:spcPts val="388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940" b="1"/>
            </a:lvl6pPr>
            <a:lvl7pPr marL="3880806" lvl="6" indent="-277201" algn="l">
              <a:spcBef>
                <a:spcPts val="388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940" b="1"/>
            </a:lvl7pPr>
            <a:lvl8pPr marL="4435207" lvl="7" indent="-277201" algn="l">
              <a:spcBef>
                <a:spcPts val="388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940" b="1"/>
            </a:lvl8pPr>
            <a:lvl9pPr marL="4989607" lvl="8" indent="-277201" algn="l">
              <a:spcBef>
                <a:spcPts val="388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940" b="1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4"/>
          </p:nvPr>
        </p:nvSpPr>
        <p:spPr>
          <a:xfrm>
            <a:off x="7311076" y="3516552"/>
            <a:ext cx="6361782" cy="6388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554401" lvl="0" indent="-462001" algn="l">
              <a:spcBef>
                <a:spcPts val="582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911"/>
            </a:lvl1pPr>
            <a:lvl2pPr marL="1108802" lvl="1" indent="-431201" algn="l"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425"/>
            </a:lvl2pPr>
            <a:lvl3pPr marL="1663202" lvl="2" indent="-415801" algn="l">
              <a:spcBef>
                <a:spcPts val="43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182"/>
            </a:lvl3pPr>
            <a:lvl4pPr marL="2217603" lvl="3" indent="-400401" algn="l">
              <a:spcBef>
                <a:spcPts val="388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940"/>
            </a:lvl4pPr>
            <a:lvl5pPr marL="2772005" lvl="4" indent="-400401" algn="l">
              <a:spcBef>
                <a:spcPts val="388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940"/>
            </a:lvl5pPr>
            <a:lvl6pPr marL="3326406" lvl="5" indent="-400401" algn="l">
              <a:spcBef>
                <a:spcPts val="388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940"/>
            </a:lvl6pPr>
            <a:lvl7pPr marL="3880806" lvl="6" indent="-400401" algn="l">
              <a:spcBef>
                <a:spcPts val="388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940"/>
            </a:lvl7pPr>
            <a:lvl8pPr marL="4435207" lvl="7" indent="-400401" algn="l">
              <a:spcBef>
                <a:spcPts val="388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940"/>
            </a:lvl8pPr>
            <a:lvl9pPr marL="4989607" lvl="8" indent="-400401" algn="l">
              <a:spcBef>
                <a:spcPts val="388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940"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719615" y="10277571"/>
            <a:ext cx="3358198" cy="59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4917361" y="10277571"/>
            <a:ext cx="4557554" cy="59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10314465" y="10277571"/>
            <a:ext cx="3358198" cy="59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lo el título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719615" y="444063"/>
            <a:ext cx="12953048" cy="184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719615" y="10277571"/>
            <a:ext cx="3358198" cy="59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917361" y="10277571"/>
            <a:ext cx="4557554" cy="59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10314465" y="10277571"/>
            <a:ext cx="3358198" cy="59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719614" y="441495"/>
            <a:ext cx="4735096" cy="1879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425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626979" y="441494"/>
            <a:ext cx="8045603" cy="9463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554401" lvl="0" indent="-523600" algn="l">
              <a:spcBef>
                <a:spcPts val="776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881"/>
            </a:lvl1pPr>
            <a:lvl2pPr marL="1108802" lvl="1" indent="-492801" algn="l">
              <a:spcBef>
                <a:spcPts val="679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3395"/>
            </a:lvl2pPr>
            <a:lvl3pPr marL="1663202" lvl="2" indent="-462001" algn="l">
              <a:spcBef>
                <a:spcPts val="582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911"/>
            </a:lvl3pPr>
            <a:lvl4pPr marL="2217603" lvl="3" indent="-431201" algn="l"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425"/>
            </a:lvl4pPr>
            <a:lvl5pPr marL="2772005" lvl="4" indent="-431201" algn="l"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425"/>
            </a:lvl5pPr>
            <a:lvl6pPr marL="3326406" lvl="5" indent="-431201" algn="l"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425"/>
            </a:lvl6pPr>
            <a:lvl7pPr marL="3880806" lvl="6" indent="-431201" algn="l"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425"/>
            </a:lvl7pPr>
            <a:lvl8pPr marL="4435207" lvl="7" indent="-431201" algn="l"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425"/>
            </a:lvl8pPr>
            <a:lvl9pPr marL="4989607" lvl="8" indent="-431201" algn="l">
              <a:spcBef>
                <a:spcPts val="485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425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719614" y="2320412"/>
            <a:ext cx="4735096" cy="7585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554401" lvl="0" indent="-277201" algn="l">
              <a:spcBef>
                <a:spcPts val="339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98"/>
            </a:lvl1pPr>
            <a:lvl2pPr marL="1108802" lvl="1" indent="-277201" algn="l"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55"/>
            </a:lvl2pPr>
            <a:lvl3pPr marL="1663202" lvl="2" indent="-277201" algn="l">
              <a:spcBef>
                <a:spcPts val="243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213"/>
            </a:lvl3pPr>
            <a:lvl4pPr marL="2217603" lvl="3" indent="-277201" algn="l">
              <a:spcBef>
                <a:spcPts val="218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092"/>
            </a:lvl4pPr>
            <a:lvl5pPr marL="2772005" lvl="4" indent="-277201" algn="l">
              <a:spcBef>
                <a:spcPts val="218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092"/>
            </a:lvl5pPr>
            <a:lvl6pPr marL="3326406" lvl="5" indent="-277201" algn="l">
              <a:spcBef>
                <a:spcPts val="218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092"/>
            </a:lvl6pPr>
            <a:lvl7pPr marL="3880806" lvl="6" indent="-277201" algn="l">
              <a:spcBef>
                <a:spcPts val="218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092"/>
            </a:lvl7pPr>
            <a:lvl8pPr marL="4435207" lvl="7" indent="-277201" algn="l">
              <a:spcBef>
                <a:spcPts val="218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092"/>
            </a:lvl8pPr>
            <a:lvl9pPr marL="4989607" lvl="8" indent="-277201" algn="l">
              <a:spcBef>
                <a:spcPts val="218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092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719615" y="10277571"/>
            <a:ext cx="3358198" cy="59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917361" y="10277571"/>
            <a:ext cx="4557554" cy="59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10314465" y="10277571"/>
            <a:ext cx="3358198" cy="59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2820988" y="7762082"/>
            <a:ext cx="8635365" cy="916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425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2820988" y="990794"/>
            <a:ext cx="8635365" cy="6653213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2820988" y="8678439"/>
            <a:ext cx="8635365" cy="1301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554401" lvl="0" indent="-277201" algn="l">
              <a:spcBef>
                <a:spcPts val="339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98"/>
            </a:lvl1pPr>
            <a:lvl2pPr marL="1108802" lvl="1" indent="-277201" algn="l">
              <a:spcBef>
                <a:spcPts val="291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455"/>
            </a:lvl2pPr>
            <a:lvl3pPr marL="1663202" lvl="2" indent="-277201" algn="l">
              <a:spcBef>
                <a:spcPts val="243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213"/>
            </a:lvl3pPr>
            <a:lvl4pPr marL="2217603" lvl="3" indent="-277201" algn="l">
              <a:spcBef>
                <a:spcPts val="218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092"/>
            </a:lvl4pPr>
            <a:lvl5pPr marL="2772005" lvl="4" indent="-277201" algn="l">
              <a:spcBef>
                <a:spcPts val="218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092"/>
            </a:lvl5pPr>
            <a:lvl6pPr marL="3326406" lvl="5" indent="-277201" algn="l">
              <a:spcBef>
                <a:spcPts val="218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092"/>
            </a:lvl6pPr>
            <a:lvl7pPr marL="3880806" lvl="6" indent="-277201" algn="l">
              <a:spcBef>
                <a:spcPts val="218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092"/>
            </a:lvl7pPr>
            <a:lvl8pPr marL="4435207" lvl="7" indent="-277201" algn="l">
              <a:spcBef>
                <a:spcPts val="218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092"/>
            </a:lvl8pPr>
            <a:lvl9pPr marL="4989607" lvl="8" indent="-277201" algn="l">
              <a:spcBef>
                <a:spcPts val="218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092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719615" y="10277571"/>
            <a:ext cx="3358198" cy="59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917361" y="10277571"/>
            <a:ext cx="4557554" cy="59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10314465" y="10277571"/>
            <a:ext cx="3358198" cy="59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719615" y="444063"/>
            <a:ext cx="12953048" cy="184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537017" y="-230041"/>
            <a:ext cx="7318243" cy="12953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554401" lvl="0" indent="-415801" algn="l">
              <a:spcBef>
                <a:spcPts val="43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108802" lvl="1" indent="-415801" algn="l">
              <a:spcBef>
                <a:spcPts val="437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663202" lvl="2" indent="-415801" algn="l">
              <a:spcBef>
                <a:spcPts val="43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217603" lvl="3" indent="-415801" algn="l">
              <a:spcBef>
                <a:spcPts val="437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772005" lvl="4" indent="-415801" algn="l">
              <a:spcBef>
                <a:spcPts val="437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3326406" lvl="5" indent="-415801" algn="l">
              <a:spcBef>
                <a:spcPts val="43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880806" lvl="6" indent="-415801" algn="l">
              <a:spcBef>
                <a:spcPts val="43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435207" lvl="7" indent="-415801" algn="l">
              <a:spcBef>
                <a:spcPts val="43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989607" lvl="8" indent="-415801" algn="l">
              <a:spcBef>
                <a:spcPts val="43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719615" y="10277571"/>
            <a:ext cx="3358198" cy="59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917361" y="10277571"/>
            <a:ext cx="4557554" cy="59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10314465" y="10277571"/>
            <a:ext cx="3358198" cy="59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322891" y="3555571"/>
            <a:ext cx="9461280" cy="3238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726431" y="437245"/>
            <a:ext cx="9461280" cy="9474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554401" lvl="0" indent="-415801" algn="l">
              <a:spcBef>
                <a:spcPts val="43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108802" lvl="1" indent="-415801" algn="l">
              <a:spcBef>
                <a:spcPts val="437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663202" lvl="2" indent="-415801" algn="l">
              <a:spcBef>
                <a:spcPts val="43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217603" lvl="3" indent="-415801" algn="l">
              <a:spcBef>
                <a:spcPts val="437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772005" lvl="4" indent="-415801" algn="l">
              <a:spcBef>
                <a:spcPts val="437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3326406" lvl="5" indent="-415801" algn="l">
              <a:spcBef>
                <a:spcPts val="43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880806" lvl="6" indent="-415801" algn="l">
              <a:spcBef>
                <a:spcPts val="43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435207" lvl="7" indent="-415801" algn="l">
              <a:spcBef>
                <a:spcPts val="43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989607" lvl="8" indent="-415801" algn="l">
              <a:spcBef>
                <a:spcPts val="43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719615" y="10277571"/>
            <a:ext cx="3358198" cy="59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917361" y="10277571"/>
            <a:ext cx="4557554" cy="59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10314465" y="10277571"/>
            <a:ext cx="3358198" cy="59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719615" y="444063"/>
            <a:ext cx="12953048" cy="1848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719615" y="2587362"/>
            <a:ext cx="12953048" cy="73182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719615" y="10277571"/>
            <a:ext cx="3358198" cy="59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5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917361" y="10277571"/>
            <a:ext cx="4557554" cy="59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5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8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10314465" y="10277571"/>
            <a:ext cx="3358198" cy="590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5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45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45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45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45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45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45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45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45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9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9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9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9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9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9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9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9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9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9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9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9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9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9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9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9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9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9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9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9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9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9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9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9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9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9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69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13"/>
          <p:cNvGrpSpPr/>
          <p:nvPr/>
        </p:nvGrpSpPr>
        <p:grpSpPr>
          <a:xfrm rot="2371079">
            <a:off x="2746920" y="3930149"/>
            <a:ext cx="2152911" cy="846904"/>
            <a:chOff x="984170" y="1726791"/>
            <a:chExt cx="1775400" cy="698400"/>
          </a:xfrm>
        </p:grpSpPr>
        <p:sp>
          <p:nvSpPr>
            <p:cNvPr id="89" name="Google Shape;89;p13"/>
            <p:cNvSpPr/>
            <p:nvPr/>
          </p:nvSpPr>
          <p:spPr>
            <a:xfrm>
              <a:off x="1539704" y="1732791"/>
              <a:ext cx="698400" cy="692400"/>
            </a:xfrm>
            <a:prstGeom prst="chord">
              <a:avLst>
                <a:gd name="adj1" fmla="val 2207302"/>
                <a:gd name="adj2" fmla="val 8869870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10869" tIns="110869" rIns="110869" bIns="110869" anchor="ctr" anchorCtr="0">
              <a:noAutofit/>
            </a:bodyPr>
            <a:lstStyle/>
            <a:p>
              <a:pPr algn="ctr"/>
              <a:endParaRPr sz="3820"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0" name="Google Shape;90;p13"/>
            <p:cNvGrpSpPr/>
            <p:nvPr/>
          </p:nvGrpSpPr>
          <p:grpSpPr>
            <a:xfrm>
              <a:off x="984170" y="1831442"/>
              <a:ext cx="1775400" cy="507000"/>
              <a:chOff x="337395" y="1748167"/>
              <a:chExt cx="1775400" cy="507000"/>
            </a:xfrm>
          </p:grpSpPr>
          <p:sp>
            <p:nvSpPr>
              <p:cNvPr id="91" name="Google Shape;91;p13"/>
              <p:cNvSpPr/>
              <p:nvPr/>
            </p:nvSpPr>
            <p:spPr>
              <a:xfrm rot="107120" flipH="1">
                <a:off x="344017" y="1775507"/>
                <a:ext cx="1762155" cy="45232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10869" tIns="55419" rIns="110869" bIns="55419" anchor="ctr" anchorCtr="0">
                <a:noAutofit/>
              </a:bodyPr>
              <a:lstStyle/>
              <a:p>
                <a:pPr algn="ctr"/>
                <a:endParaRPr sz="2182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p13"/>
              <p:cNvSpPr/>
              <p:nvPr/>
            </p:nvSpPr>
            <p:spPr>
              <a:xfrm rot="107124" flipH="1">
                <a:off x="732507" y="1887612"/>
                <a:ext cx="953263" cy="216401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10869" tIns="55419" rIns="110869" bIns="55419" anchor="ctr" anchorCtr="0">
                <a:noAutofit/>
              </a:bodyPr>
              <a:lstStyle/>
              <a:p>
                <a:pPr algn="ctr"/>
                <a:endParaRPr sz="2182">
                  <a:solidFill>
                    <a:srgbClr val="D8D8D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3" name="Google Shape;93;p13"/>
            <p:cNvSpPr/>
            <p:nvPr/>
          </p:nvSpPr>
          <p:spPr>
            <a:xfrm>
              <a:off x="1545855" y="1726791"/>
              <a:ext cx="686100" cy="686100"/>
            </a:xfrm>
            <a:prstGeom prst="arc">
              <a:avLst>
                <a:gd name="adj1" fmla="val 9999835"/>
                <a:gd name="adj2" fmla="val 887268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10869" tIns="110869" rIns="110869" bIns="110869" anchor="ctr" anchorCtr="0">
              <a:noAutofit/>
            </a:bodyPr>
            <a:lstStyle/>
            <a:p>
              <a:pPr algn="ctr"/>
              <a:endParaRPr sz="382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4" name="Google Shape;94;p13"/>
          <p:cNvSpPr/>
          <p:nvPr/>
        </p:nvSpPr>
        <p:spPr>
          <a:xfrm rot="-1905824">
            <a:off x="4952055" y="2647115"/>
            <a:ext cx="4571563" cy="154758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10869" tIns="55419" rIns="110869" bIns="55419" anchor="ctr" anchorCtr="0">
            <a:noAutofit/>
          </a:bodyPr>
          <a:lstStyle/>
          <a:p>
            <a:pPr algn="ctr"/>
            <a:endParaRPr sz="2182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4287604" y="135659"/>
            <a:ext cx="6557533" cy="6557533"/>
          </a:xfrm>
          <a:prstGeom prst="ellipse">
            <a:avLst/>
          </a:prstGeom>
          <a:gradFill>
            <a:gsLst>
              <a:gs pos="0">
                <a:srgbClr val="FFFF00"/>
              </a:gs>
              <a:gs pos="39000">
                <a:srgbClr val="FFFF00"/>
              </a:gs>
              <a:gs pos="100000">
                <a:srgbClr val="FFFFFF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110869" tIns="55419" rIns="110869" bIns="55419" anchor="ctr" anchorCtr="0">
            <a:noAutofit/>
          </a:bodyPr>
          <a:lstStyle/>
          <a:p>
            <a:pPr algn="ctr"/>
            <a:endParaRPr sz="2182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" name="Google Shape;96;p13"/>
          <p:cNvCxnSpPr/>
          <p:nvPr/>
        </p:nvCxnSpPr>
        <p:spPr>
          <a:xfrm>
            <a:off x="3923690" y="3508376"/>
            <a:ext cx="7481226" cy="0"/>
          </a:xfrm>
          <a:prstGeom prst="straightConnector1">
            <a:avLst/>
          </a:prstGeom>
          <a:noFill/>
          <a:ln w="254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7" name="Google Shape;97;p13"/>
          <p:cNvCxnSpPr/>
          <p:nvPr/>
        </p:nvCxnSpPr>
        <p:spPr>
          <a:xfrm>
            <a:off x="8015566" y="1745025"/>
            <a:ext cx="0" cy="1763349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stealth" w="med" len="med"/>
            <a:tailEnd type="stealth" w="med" len="med"/>
          </a:ln>
        </p:spPr>
      </p:cxnSp>
      <p:sp>
        <p:nvSpPr>
          <p:cNvPr id="98" name="Google Shape;98;p13"/>
          <p:cNvSpPr txBox="1"/>
          <p:nvPr/>
        </p:nvSpPr>
        <p:spPr>
          <a:xfrm>
            <a:off x="8231136" y="2255199"/>
            <a:ext cx="431106" cy="634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0869" tIns="55419" rIns="110869" bIns="55419" anchor="t" anchorCtr="0">
            <a:spAutoFit/>
          </a:bodyPr>
          <a:lstStyle/>
          <a:p>
            <a:r>
              <a:rPr lang="es-ES" sz="3395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sz="3820"/>
          </a:p>
        </p:txBody>
      </p:sp>
      <p:sp>
        <p:nvSpPr>
          <p:cNvPr id="99" name="Google Shape;99;p13"/>
          <p:cNvSpPr/>
          <p:nvPr/>
        </p:nvSpPr>
        <p:spPr>
          <a:xfrm>
            <a:off x="3026560" y="3515801"/>
            <a:ext cx="1545431" cy="1644022"/>
          </a:xfrm>
          <a:prstGeom prst="arc">
            <a:avLst>
              <a:gd name="adj1" fmla="val 10939412"/>
              <a:gd name="adj2" fmla="val 13217572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stealth" w="sm" len="sm"/>
            <a:tailEnd type="stealth" w="sm" len="sm"/>
          </a:ln>
        </p:spPr>
        <p:txBody>
          <a:bodyPr spcFirstLastPara="1" wrap="square" lIns="110869" tIns="55419" rIns="110869" bIns="55419" anchor="ctr" anchorCtr="0">
            <a:noAutofit/>
          </a:bodyPr>
          <a:lstStyle/>
          <a:p>
            <a:pPr algn="ctr"/>
            <a:endParaRPr sz="218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0" name="Google Shape;100;p13"/>
          <p:cNvGrpSpPr/>
          <p:nvPr/>
        </p:nvGrpSpPr>
        <p:grpSpPr>
          <a:xfrm>
            <a:off x="2591453" y="1302623"/>
            <a:ext cx="2136610" cy="846931"/>
            <a:chOff x="991115" y="1726791"/>
            <a:chExt cx="1761900" cy="698400"/>
          </a:xfrm>
        </p:grpSpPr>
        <p:sp>
          <p:nvSpPr>
            <p:cNvPr id="101" name="Google Shape;101;p13"/>
            <p:cNvSpPr/>
            <p:nvPr/>
          </p:nvSpPr>
          <p:spPr>
            <a:xfrm>
              <a:off x="1539704" y="1732791"/>
              <a:ext cx="698400" cy="692400"/>
            </a:xfrm>
            <a:prstGeom prst="chord">
              <a:avLst>
                <a:gd name="adj1" fmla="val 2207302"/>
                <a:gd name="adj2" fmla="val 8869870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10869" tIns="110869" rIns="110869" bIns="110869" anchor="ctr" anchorCtr="0">
              <a:noAutofit/>
            </a:bodyPr>
            <a:lstStyle/>
            <a:p>
              <a:pPr algn="ctr"/>
              <a:endParaRPr sz="3820"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2" name="Google Shape;102;p13"/>
            <p:cNvGrpSpPr/>
            <p:nvPr/>
          </p:nvGrpSpPr>
          <p:grpSpPr>
            <a:xfrm>
              <a:off x="991115" y="1871513"/>
              <a:ext cx="1761900" cy="453000"/>
              <a:chOff x="344340" y="1788238"/>
              <a:chExt cx="1761900" cy="453000"/>
            </a:xfrm>
          </p:grpSpPr>
          <p:sp>
            <p:nvSpPr>
              <p:cNvPr id="103" name="Google Shape;103;p13"/>
              <p:cNvSpPr/>
              <p:nvPr/>
            </p:nvSpPr>
            <p:spPr>
              <a:xfrm rot="1171" flipH="1">
                <a:off x="344340" y="1788538"/>
                <a:ext cx="1761900" cy="4524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10869" tIns="55419" rIns="110869" bIns="55419" anchor="ctr" anchorCtr="0">
                <a:noAutofit/>
              </a:bodyPr>
              <a:lstStyle/>
              <a:p>
                <a:pPr algn="ctr"/>
                <a:endParaRPr sz="2182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13"/>
              <p:cNvSpPr/>
              <p:nvPr/>
            </p:nvSpPr>
            <p:spPr>
              <a:xfrm rot="107497" flipH="1">
                <a:off x="732498" y="1887560"/>
                <a:ext cx="953276" cy="216303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10869" tIns="55419" rIns="110869" bIns="55419" anchor="ctr" anchorCtr="0">
                <a:noAutofit/>
              </a:bodyPr>
              <a:lstStyle/>
              <a:p>
                <a:pPr algn="ctr"/>
                <a:endParaRPr sz="2182">
                  <a:solidFill>
                    <a:srgbClr val="D8D8D8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5" name="Google Shape;105;p13"/>
            <p:cNvSpPr/>
            <p:nvPr/>
          </p:nvSpPr>
          <p:spPr>
            <a:xfrm>
              <a:off x="1545855" y="1726791"/>
              <a:ext cx="686100" cy="686100"/>
            </a:xfrm>
            <a:prstGeom prst="arc">
              <a:avLst>
                <a:gd name="adj1" fmla="val 9999835"/>
                <a:gd name="adj2" fmla="val 887268"/>
              </a:avLst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10869" tIns="110869" rIns="110869" bIns="110869" anchor="ctr" anchorCtr="0">
              <a:noAutofit/>
            </a:bodyPr>
            <a:lstStyle/>
            <a:p>
              <a:pPr algn="ctr"/>
              <a:endParaRPr sz="382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06" name="Google Shape;106;p13"/>
          <p:cNvCxnSpPr>
            <a:stCxn id="103" idx="2"/>
          </p:cNvCxnSpPr>
          <p:nvPr/>
        </p:nvCxnSpPr>
        <p:spPr>
          <a:xfrm rot="10800000" flipH="1">
            <a:off x="4728063" y="1750613"/>
            <a:ext cx="6832203" cy="2547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07" name="Google Shape;107;p13"/>
          <p:cNvSpPr txBox="1"/>
          <p:nvPr/>
        </p:nvSpPr>
        <p:spPr>
          <a:xfrm>
            <a:off x="3818249" y="2033948"/>
            <a:ext cx="846931" cy="323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0869" tIns="55419" rIns="110869" bIns="55419" anchor="t" anchorCtr="0">
            <a:spAutoFit/>
          </a:bodyPr>
          <a:lstStyle/>
          <a:p>
            <a:r>
              <a:rPr lang="es-ES" sz="1373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h(n̂)</a:t>
            </a:r>
            <a:endParaRPr sz="1213"/>
          </a:p>
        </p:txBody>
      </p:sp>
      <p:cxnSp>
        <p:nvCxnSpPr>
          <p:cNvPr id="108" name="Google Shape;108;p13"/>
          <p:cNvCxnSpPr/>
          <p:nvPr/>
        </p:nvCxnSpPr>
        <p:spPr>
          <a:xfrm rot="10800000" flipH="1">
            <a:off x="4050166" y="806412"/>
            <a:ext cx="1192543" cy="222756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09" name="Google Shape;109;p13"/>
          <p:cNvCxnSpPr/>
          <p:nvPr/>
        </p:nvCxnSpPr>
        <p:spPr>
          <a:xfrm>
            <a:off x="3643168" y="1766201"/>
            <a:ext cx="866940" cy="400546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10" name="Google Shape;110;p13"/>
          <p:cNvCxnSpPr/>
          <p:nvPr/>
        </p:nvCxnSpPr>
        <p:spPr>
          <a:xfrm rot="10800000">
            <a:off x="4522963" y="2180711"/>
            <a:ext cx="3057029" cy="1320238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11" name="Google Shape;111;p13"/>
          <p:cNvCxnSpPr/>
          <p:nvPr/>
        </p:nvCxnSpPr>
        <p:spPr>
          <a:xfrm>
            <a:off x="4699098" y="1856617"/>
            <a:ext cx="803275" cy="33142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12" name="Google Shape;112;p13"/>
          <p:cNvSpPr txBox="1"/>
          <p:nvPr/>
        </p:nvSpPr>
        <p:spPr>
          <a:xfrm>
            <a:off x="5446839" y="1889275"/>
            <a:ext cx="372897" cy="435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0869" tIns="110869" rIns="110869" bIns="110869" anchor="t" anchorCtr="0">
            <a:spAutoFit/>
          </a:bodyPr>
          <a:lstStyle/>
          <a:p>
            <a:r>
              <a:rPr lang="es-ES" sz="1373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n̂</a:t>
            </a:r>
            <a:endParaRPr sz="1213"/>
          </a:p>
        </p:txBody>
      </p:sp>
      <p:cxnSp>
        <p:nvCxnSpPr>
          <p:cNvPr id="113" name="Google Shape;113;p13"/>
          <p:cNvCxnSpPr/>
          <p:nvPr/>
        </p:nvCxnSpPr>
        <p:spPr>
          <a:xfrm>
            <a:off x="2546334" y="1136659"/>
            <a:ext cx="2125696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stealth" w="med" len="med"/>
            <a:tailEnd type="stealth" w="med" len="med"/>
          </a:ln>
        </p:spPr>
      </p:cxnSp>
      <p:sp>
        <p:nvSpPr>
          <p:cNvPr id="114" name="Google Shape;114;p13"/>
          <p:cNvSpPr txBox="1"/>
          <p:nvPr/>
        </p:nvSpPr>
        <p:spPr>
          <a:xfrm>
            <a:off x="3427615" y="973009"/>
            <a:ext cx="431106" cy="2985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10869" tIns="55419" rIns="110869" bIns="55419" anchor="t" anchorCtr="0">
            <a:spAutoFit/>
          </a:bodyPr>
          <a:lstStyle/>
          <a:p>
            <a:pPr algn="ctr"/>
            <a:r>
              <a:rPr lang="es-ES" sz="1213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2A</a:t>
            </a:r>
            <a:endParaRPr sz="1213"/>
          </a:p>
        </p:txBody>
      </p:sp>
      <p:cxnSp>
        <p:nvCxnSpPr>
          <p:cNvPr id="115" name="Google Shape;115;p13"/>
          <p:cNvCxnSpPr/>
          <p:nvPr/>
        </p:nvCxnSpPr>
        <p:spPr>
          <a:xfrm>
            <a:off x="2338210" y="1415908"/>
            <a:ext cx="0" cy="657754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stealth" w="med" len="med"/>
            <a:tailEnd type="triangle" w="med" len="med"/>
          </a:ln>
        </p:spPr>
      </p:cxnSp>
      <p:sp>
        <p:nvSpPr>
          <p:cNvPr id="116" name="Google Shape;116;p13"/>
          <p:cNvSpPr txBox="1"/>
          <p:nvPr/>
        </p:nvSpPr>
        <p:spPr>
          <a:xfrm>
            <a:off x="2115138" y="1559701"/>
            <a:ext cx="431106" cy="2985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110869" tIns="55419" rIns="110869" bIns="55419" anchor="t" anchorCtr="0">
            <a:spAutoFit/>
          </a:bodyPr>
          <a:lstStyle/>
          <a:p>
            <a:pPr algn="ctr"/>
            <a:r>
              <a:rPr lang="es-ES" sz="1213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2B</a:t>
            </a:r>
            <a:endParaRPr sz="1213"/>
          </a:p>
        </p:txBody>
      </p:sp>
      <p:cxnSp>
        <p:nvCxnSpPr>
          <p:cNvPr id="117" name="Google Shape;117;p13"/>
          <p:cNvCxnSpPr/>
          <p:nvPr/>
        </p:nvCxnSpPr>
        <p:spPr>
          <a:xfrm>
            <a:off x="4136379" y="3997615"/>
            <a:ext cx="1192543" cy="222756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18" name="Google Shape;118;p13"/>
          <p:cNvCxnSpPr/>
          <p:nvPr/>
        </p:nvCxnSpPr>
        <p:spPr>
          <a:xfrm rot="10800000" flipH="1">
            <a:off x="3818241" y="4182328"/>
            <a:ext cx="409641" cy="162256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19" name="Google Shape;119;p13"/>
          <p:cNvCxnSpPr/>
          <p:nvPr/>
        </p:nvCxnSpPr>
        <p:spPr>
          <a:xfrm flipH="1">
            <a:off x="4609054" y="3500946"/>
            <a:ext cx="2988998" cy="1349706"/>
          </a:xfrm>
          <a:prstGeom prst="straightConnector1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120" name="Google Shape;120;p13"/>
          <p:cNvCxnSpPr/>
          <p:nvPr/>
        </p:nvCxnSpPr>
        <p:spPr>
          <a:xfrm rot="10800000" flipH="1">
            <a:off x="4785311" y="4843546"/>
            <a:ext cx="803275" cy="33142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21" name="Google Shape;121;p13"/>
          <p:cNvSpPr/>
          <p:nvPr/>
        </p:nvSpPr>
        <p:spPr>
          <a:xfrm rot="2700000">
            <a:off x="7379197" y="3269643"/>
            <a:ext cx="446580" cy="477450"/>
          </a:xfrm>
          <a:prstGeom prst="mathPlus">
            <a:avLst>
              <a:gd name="adj1" fmla="val 689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110869" tIns="55419" rIns="110869" bIns="55419" anchor="ctr" anchorCtr="0">
            <a:noAutofit/>
          </a:bodyPr>
          <a:lstStyle/>
          <a:p>
            <a:pPr algn="ctr"/>
            <a:endParaRPr sz="2182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3"/>
          <p:cNvSpPr txBox="1"/>
          <p:nvPr/>
        </p:nvSpPr>
        <p:spPr>
          <a:xfrm>
            <a:off x="7259053" y="3646610"/>
            <a:ext cx="653389" cy="485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0869" tIns="55419" rIns="110869" bIns="55419" anchor="t" anchorCtr="0">
            <a:spAutoFit/>
          </a:bodyPr>
          <a:lstStyle/>
          <a:p>
            <a:r>
              <a:rPr lang="es-ES" sz="2425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</a:t>
            </a:r>
            <a:endParaRPr sz="3820"/>
          </a:p>
        </p:txBody>
      </p:sp>
      <p:cxnSp>
        <p:nvCxnSpPr>
          <p:cNvPr id="123" name="Google Shape;123;p13"/>
          <p:cNvCxnSpPr/>
          <p:nvPr/>
        </p:nvCxnSpPr>
        <p:spPr>
          <a:xfrm>
            <a:off x="2526537" y="4344586"/>
            <a:ext cx="9314061" cy="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124" name="Google Shape;12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2369" y="2793196"/>
            <a:ext cx="409641" cy="388498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3"/>
          <p:cNvSpPr txBox="1"/>
          <p:nvPr/>
        </p:nvSpPr>
        <p:spPr>
          <a:xfrm>
            <a:off x="3530643" y="3915806"/>
            <a:ext cx="846931" cy="323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0869" tIns="55419" rIns="110869" bIns="55419" anchor="t" anchorCtr="0">
            <a:spAutoFit/>
          </a:bodyPr>
          <a:lstStyle/>
          <a:p>
            <a:r>
              <a:rPr lang="es-ES" sz="1373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h(n̂)</a:t>
            </a:r>
            <a:endParaRPr sz="1213"/>
          </a:p>
        </p:txBody>
      </p:sp>
      <p:sp>
        <p:nvSpPr>
          <p:cNvPr id="126" name="Google Shape;126;p13"/>
          <p:cNvSpPr txBox="1"/>
          <p:nvPr/>
        </p:nvSpPr>
        <p:spPr>
          <a:xfrm>
            <a:off x="5588600" y="4604694"/>
            <a:ext cx="372897" cy="435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0869" tIns="110869" rIns="110869" bIns="110869" anchor="t" anchorCtr="0">
            <a:spAutoFit/>
          </a:bodyPr>
          <a:lstStyle/>
          <a:p>
            <a:r>
              <a:rPr lang="es-ES" sz="1373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n̂</a:t>
            </a:r>
            <a:endParaRPr sz="1213"/>
          </a:p>
        </p:txBody>
      </p:sp>
      <p:cxnSp>
        <p:nvCxnSpPr>
          <p:cNvPr id="127" name="Google Shape;127;p13"/>
          <p:cNvCxnSpPr>
            <a:stCxn id="91" idx="6"/>
          </p:cNvCxnSpPr>
          <p:nvPr/>
        </p:nvCxnSpPr>
        <p:spPr>
          <a:xfrm>
            <a:off x="3013840" y="3656765"/>
            <a:ext cx="814553" cy="713416"/>
          </a:xfrm>
          <a:prstGeom prst="straightConnector1">
            <a:avLst/>
          </a:prstGeom>
          <a:noFill/>
          <a:ln w="9525" cap="flat" cmpd="sng">
            <a:solidFill>
              <a:srgbClr val="666666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28" name="Google Shape;128;p13"/>
          <p:cNvCxnSpPr>
            <a:endCxn id="103" idx="2"/>
          </p:cNvCxnSpPr>
          <p:nvPr/>
        </p:nvCxnSpPr>
        <p:spPr>
          <a:xfrm rot="10800000" flipH="1">
            <a:off x="2586360" y="1753158"/>
            <a:ext cx="2141703" cy="2183"/>
          </a:xfrm>
          <a:prstGeom prst="straightConnector1">
            <a:avLst/>
          </a:prstGeom>
          <a:noFill/>
          <a:ln w="9525" cap="flat" cmpd="sng">
            <a:solidFill>
              <a:srgbClr val="666666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29" name="Google Shape;129;p13"/>
          <p:cNvSpPr txBox="1"/>
          <p:nvPr/>
        </p:nvSpPr>
        <p:spPr>
          <a:xfrm>
            <a:off x="3444184" y="1579558"/>
            <a:ext cx="431106" cy="186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0869" tIns="55419" rIns="110869" bIns="55419" anchor="t" anchorCtr="0">
            <a:spAutoFit/>
          </a:bodyPr>
          <a:lstStyle/>
          <a:p>
            <a:pPr algn="ctr"/>
            <a:r>
              <a:rPr lang="es-ES" sz="485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PC</a:t>
            </a:r>
            <a:endParaRPr sz="485"/>
          </a:p>
        </p:txBody>
      </p:sp>
      <p:sp>
        <p:nvSpPr>
          <p:cNvPr id="130" name="Google Shape;130;p13"/>
          <p:cNvSpPr txBox="1"/>
          <p:nvPr/>
        </p:nvSpPr>
        <p:spPr>
          <a:xfrm>
            <a:off x="3609674" y="4322108"/>
            <a:ext cx="340155" cy="186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0869" tIns="55419" rIns="110869" bIns="55419" anchor="t" anchorCtr="0">
            <a:spAutoFit/>
          </a:bodyPr>
          <a:lstStyle/>
          <a:p>
            <a:pPr algn="ctr"/>
            <a:r>
              <a:rPr lang="es-ES" sz="485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PC</a:t>
            </a:r>
            <a:endParaRPr sz="485"/>
          </a:p>
        </p:txBody>
      </p:sp>
      <p:sp>
        <p:nvSpPr>
          <p:cNvPr id="131" name="Google Shape;131;p13"/>
          <p:cNvSpPr txBox="1"/>
          <p:nvPr/>
        </p:nvSpPr>
        <p:spPr>
          <a:xfrm>
            <a:off x="2533792" y="3762424"/>
            <a:ext cx="653389" cy="429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0869" tIns="55419" rIns="110869" bIns="55419" anchor="t" anchorCtr="0">
            <a:spAutoFit/>
          </a:bodyPr>
          <a:lstStyle/>
          <a:p>
            <a:r>
              <a:rPr lang="es-ES" sz="2062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</a:t>
            </a:r>
            <a:r>
              <a:rPr lang="es-ES" sz="2062" i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sz="2062" baseline="-25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2" name="Google Shape;13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2369" y="3862289"/>
            <a:ext cx="409641" cy="38849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3" name="Google Shape;133;p13"/>
          <p:cNvCxnSpPr/>
          <p:nvPr/>
        </p:nvCxnSpPr>
        <p:spPr>
          <a:xfrm>
            <a:off x="3805773" y="4353430"/>
            <a:ext cx="536608" cy="46857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34" name="Google Shape;134;p13"/>
          <p:cNvSpPr txBox="1"/>
          <p:nvPr/>
        </p:nvSpPr>
        <p:spPr>
          <a:xfrm>
            <a:off x="4237734" y="4634528"/>
            <a:ext cx="520237" cy="1203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0869" tIns="110869" rIns="110869" bIns="110869" anchor="t" anchorCtr="0">
            <a:spAutoFit/>
          </a:bodyPr>
          <a:lstStyle/>
          <a:p>
            <a:r>
              <a:rPr lang="es-ES" sz="3820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n̂</a:t>
            </a:r>
            <a:r>
              <a:rPr lang="es-ES" sz="3820" i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sz="3820" baseline="-25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</Words>
  <Application>Microsoft Macintosh PowerPoint</Application>
  <PresentationFormat>Personalizado</PresentationFormat>
  <Paragraphs>12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JORGE IVAN ZULUAGA CALLEJAS</cp:lastModifiedBy>
  <cp:revision>1</cp:revision>
  <dcterms:modified xsi:type="dcterms:W3CDTF">2026-08-02T21:19:49Z</dcterms:modified>
</cp:coreProperties>
</file>